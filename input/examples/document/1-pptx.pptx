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86DF0-F6BB-5D15-1893-68E03662C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080F37-C1AE-16E2-9D27-1164CF40A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581A1-DFE4-746C-A269-AE2B1B437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55C7-CE0A-CD4B-B07E-2FA76AF680E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E6BF2-201C-BB17-0E4C-09598DF8D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3D07C-54CF-51E7-2199-A63491F6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F0531-97CF-164D-A731-3C6F7DF49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765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8742A-CB00-F862-1E18-65D971DC1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FBBAC-CE8D-3D41-A396-BFC5B7296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F3DCA-041F-20CB-467E-7AF6F9FFC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55C7-CE0A-CD4B-B07E-2FA76AF680E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F3C61-9EF9-195D-3F53-415618382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E26E7-F537-0050-3BF1-9F0254D2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F0531-97CF-164D-A731-3C6F7DF49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01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3765D-76D7-C5CC-83FE-EAB8350B6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D5514-7207-72AA-1743-D707AC908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8B5CD-378A-4CEA-D5C7-B2DE21315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55C7-CE0A-CD4B-B07E-2FA76AF680E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2CB5-A372-AC98-871C-0C7FED9D5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5CE25-D5CB-74FD-7C1B-2754BA9D4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F0531-97CF-164D-A731-3C6F7DF49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659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C2D60-7EFB-25F7-783C-A19C70E88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6C777-8426-EC3D-6988-C1D0228275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3B5F48-AA44-87E2-D6CE-EE91D620B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83EA6B-FB50-D91A-9A83-5AE36F8F5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55C7-CE0A-CD4B-B07E-2FA76AF680E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D623EF-9280-3CDB-35AE-CB2C5BBB8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9F47F4-43A5-7ED4-E357-63545A101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F0531-97CF-164D-A731-3C6F7DF49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468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22909-4AD6-1580-1CBA-C1D66B7C5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C9B09-2D25-9F84-E185-68CF3E85C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DE349F-7D59-BD19-7F71-D5FD53065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D2B008-04CE-9BF9-EFEC-3AE450E5A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FD89EC-E30F-008F-7E6F-C2DBDC29D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4E1E15-41DE-EF83-E696-432FF934A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55C7-CE0A-CD4B-B07E-2FA76AF680E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F85AAB-48D6-1845-AD28-AF049F1BA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A81CFC-2397-16FA-CC82-99C13D707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F0531-97CF-164D-A731-3C6F7DF49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527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B2BE3-861F-6270-6D44-2271A5AA0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582AC1-D1C5-0C03-8B89-D86EDAE70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55C7-CE0A-CD4B-B07E-2FA76AF680E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0F462-9641-8DF9-753A-6EC14839D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02892-43F3-4421-F0F2-D7F1494E7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F0531-97CF-164D-A731-3C6F7DF49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04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288071-E492-A14F-8DB6-E3CBA340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55C7-CE0A-CD4B-B07E-2FA76AF680E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C2C1CA-526F-5769-CCA4-F44236083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D7B6C-C7AA-366D-94DA-1F28237B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F0531-97CF-164D-A731-3C6F7DF49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554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8EACC-881A-EB0E-B16E-71971AC57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FBB31-B6A2-FB62-1C5F-9C5970D87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F18D50-B0B2-B6EC-C76D-3EAD11B99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23792-93D2-BEBC-6927-0DB104BB4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55C7-CE0A-CD4B-B07E-2FA76AF680E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01A365-BC18-43AC-B1C9-90A0573A6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A833D-21F3-6F0C-F501-CEBD0444F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F0531-97CF-164D-A731-3C6F7DF49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976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EEDF8-B3E7-1C1F-F7E1-3CB4EDA5B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29F3D4-230D-8EF0-F339-8266786E89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2AE28-D235-F29C-FA60-AF50603D52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06FED-F868-C3C8-4B73-42841E3AA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55C7-CE0A-CD4B-B07E-2FA76AF680E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3ED4E-746A-C199-E751-4650BB250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3A189-4E79-87C4-D588-DBFFA64C9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F0531-97CF-164D-A731-3C6F7DF49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31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3D642-8EB2-FCEE-94DB-8C419715A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C72F33-97BC-9F8B-9274-DFA556D23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A6AFA-DC15-5EF4-E595-1C4F635E6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55C7-CE0A-CD4B-B07E-2FA76AF680E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57E73-0C25-CD74-1DC8-6C9E0813B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8F398-E27B-4473-6EAE-D600FE810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F0531-97CF-164D-A731-3C6F7DF49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52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DD2792-8C4C-10D5-33C1-30FA38E7F5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2C017-4FD4-42DC-06E7-14F2D2626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0EFBD-3DDE-EA7F-EC6E-EC893A23C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55C7-CE0A-CD4B-B07E-2FA76AF680E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3C4D6-8721-F496-31BC-3D8189E6C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87C90-86B2-31AC-F0D0-F77BDAE66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F0531-97CF-164D-A731-3C6F7DF49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E3224A-CE36-9868-C115-BCC7F5965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6BB76-F22E-3ED9-8DDE-DC19ADC0C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0B5F9-75A2-357A-87F0-C83432CAF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0755C7-CE0A-CD4B-B07E-2FA76AF680E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CD9E7-E81F-0A06-801F-2904596BAE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3C25B-9B44-F825-AD0F-024D34966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EF0531-97CF-164D-A731-3C6F7DF49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202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F550D-AF89-9E12-925D-2DECD8044D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 PowerPoint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615357-3A36-BF58-E282-9B42EAC15B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This is a test</a:t>
            </a:r>
          </a:p>
        </p:txBody>
      </p:sp>
    </p:spTree>
    <p:extLst>
      <p:ext uri="{BB962C8B-B14F-4D97-AF65-F5344CB8AC3E}">
        <p14:creationId xmlns:p14="http://schemas.microsoft.com/office/powerpoint/2010/main" val="2852888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88C87-0451-A44E-49C3-E5A0F166E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E74A3-3BEF-974E-5145-981496BC6C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Another slide for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976AC-00E1-83C1-9E23-A4D199F5B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This is another slide to test to see if the model knows how </a:t>
            </a:r>
            <a:r>
              <a:rPr lang="en-US"/>
              <a:t>to process pptx files.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520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Test PowerPoint</vt:lpstr>
      <vt:lpstr>Another slide for testing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Campolo</dc:creator>
  <cp:lastModifiedBy>Anthony Campolo</cp:lastModifiedBy>
  <cp:revision>1</cp:revision>
  <dcterms:created xsi:type="dcterms:W3CDTF">2026-07-23T15:42:10Z</dcterms:created>
  <dcterms:modified xsi:type="dcterms:W3CDTF">2026-07-23T15:43:08Z</dcterms:modified>
</cp:coreProperties>
</file>